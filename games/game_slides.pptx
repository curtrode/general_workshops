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7" d="100"/>
          <a:sy n="167" d="100"/>
        </p:scale>
        <p:origin x="4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888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we built websites. Today we're building games — playable browser games — using the same conversation-with-AI approach. Same tools, bigger ambition.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is similar to last time — concepts, then hands-on, then experimentation. But today we start with one big prompt instead of building up gradually. The iteration is where the real learning happens.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touch on the key ideas from Day 1. We're not re-teaching these — just activating prior knowledge. The spectrum, the cycle, good prompts, and personal guidelines. All of this carries forward. Today we're applying these same ideas to a harder challenge.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touch on the key ideas from Day 1. We're not re-teaching these — just activating prior knowledge. The spectrum, the cycle, good prompts, and personal guidelines. All of this carries forward. Today we're applying these same ideas to a harder challenge.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touch on the key ideas from Day 1. We're not re-teaching these — just activating prior knowledge. The spectrum, the cycle, good prompts, and personal guidelines. All of this carries forward. Today we're applying these same ideas to a harder challenge.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touch on the key ideas from Day 1. We're not re-teaching these — just activating prior knowledge. The spectrum, the cycle, good prompts, and personal guidelines. All of this carries forward. Today we're applying these same ideas to a harder challenge.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touch on the key ideas from Day 1. We're not re-teaching these — just activating prior knowledge. The spectrum, the cycle, good prompts, and personal guidelines. All of this carries forward. Today we're applying these same ideas to a harder challenge.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differences. The big one: we're front-loading the prompt. Last time we built up piece by piece. Today the first prompt does the heavy lifting, and our follow-ups are about refinement and personalization. Why? Because a game needs all its parts working together from the start — you can't play half a game. Also: single file. No switching between tabs. Everything is in one place, which makes iteration faster. p5.js is doing the heavy lifting under the hood — the AI knows how to use it, and it handles all the drawing and animation.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differences. The big one: we're front-loading the prompt. Last time we built up piece by piece. Today the first prompt does the heavy lifting, and our follow-ups are about refinement and personalization. Why? Because a game needs all its parts working together from the start — you can't play half a game. Also: single file. No switching between tabs. Everything is in one place, which makes iteration faster. p5.js is doing the heavy lifting under the hood — the AI knows how to use it, and it handles all the drawing and animation.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differences. The big one: we're front-loading the prompt. Last time we built up piece by piece. Today the first prompt does the heavy lifting, and our follow-ups are about refinement and personalization. Why? Because a game needs all its parts working together from the start — you can't play half a game. Also: single file. No switching between tabs. Everything is in one place, which makes iteration faster. p5.js is doing the heavy lifting under the hood — the AI knows how to use it, and it handles all the drawing and animation.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differences. The big one: we're front-loading the prompt. Last time we built up piece by piece. Today the first prompt does the heavy lifting, and our follow-ups are about refinement and personalization. Why? Because a game needs all its parts working together from the start — you can't play half a game. Also: single file. No switching between tabs. Everything is in one place, which makes iteration faster. p5.js is doing the heavy lifting under the hood — the AI knows how to use it, and it handles all the drawing and animation.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differences. The big one: we're front-loading the prompt. Last time we built up piece by piece. Today the first prompt does the heavy lifting, and our follow-ups are about refinement and personalization. Why? Because a game needs all its parts working together from the start — you can't play half a game. Also: single file. No switching between tabs. Everything is in one place, which makes iteration faster. p5.js is doing the heavy lifting under the hood — the AI knows how to use it, and it handles all the drawing and animation.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look at the prompt piece by piece before anyone pastes it. This is deliberate: understanding what you're asking for is the difference between Level 3 and Level 4 on the spectrum.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first three sections. Context sets the technical constraints — single file, specific library, beginner-level. Theme gives the AI narrative direction — not just "make a game" but a game with meaning. The game style pick is the single most important creative decision they'll make — it determines the entire mechanical structure.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sections. Named enemies prevent vague, generic output — the AI needs concrete strings to render. The feature list is a quality checklist: without it, you might get a game that works but has no start screen or score display. Then the takeaway: every line in the prompt has a purpose. That's the difference between a wall of text and a blueprint.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sections. Named enemies prevent vague, generic output — the AI needs concrete strings to render. The feature list is a quality checklist: without it, you might get a game that works but has no start screen or score display. Then the takeaway: every line in the prompt has a purpose. That's the difference between a wall of text and a blueprint.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decide. There's no wrong choice. All four produce great results. If someone can't decide, tell them Breakout or Space Invaders tend to be the most visually impressive. If someone wants to do something completely different — a different genre — that's fine too, but suggest they start with one of these and modify later.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D2L has the full prompt with the complete game descriptions for each option. This slide shows a condensed version so students can see the whole thing at a glance. Have them copy from D2L, make their game choice, and paste into Claude. While Claude generates, remind them: this is one prompt. It's detailed because we designed it to be. Every piece we just walked through is in there. Give Claude a minute to generate — the response will be long. That's normal.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already have Phoenix Code from Day 1, they can skip to Step 2. No GitHub Import needed this time — we're just creating a single file. Make sure everyone saves as game.html, not game.txt. The Live Preview should show the game running immediately. Walk the room and help anyone whose preview isn't loading. Common issue: if they accidentally copied only part of the code block from Claude, the file will be incomplete. Have them go back and copy the whole thing.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play. This is the payoff moment. Walk the room, look at screens, react to what they built. Some games will work perfectly. Some will have bugs — enemies off-screen, collisions not detecting, score not updating. That's fine. Let them experience it before we start fixing things. After 2 minutes, bring them back together.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group check-in. Show of hands: whose game works? Whose is partially broken? Whose won't load at all? Normalize all of these outcomes. The point isn't that AI gives you perfect code — it's that you now have something to work with. A broken game is closer to a working game than no game at all. If anyone's is completely broken, have them tell Claude: "The game won't load. Here's the error I see in the console." Or just ask Claude to try again.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low-risk first iteration. Nothing changes about the game — it just becomes readable. When they paste the new version, they should see the same game in Live Preview but much clearer code in the editor. This sets up the next step: if you can find a section, you can change a value in it. Walk the room and make sure everyone has commented code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low-risk first iteration. Nothing changes about the game — it just becomes readable. When they paste the new version, they should see the same game in Live Preview but much clearer code in the editor. This sets up the next step: if you can find a section, you can change a value in it. Walk the room and make sure everyone has commented code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pedagogical moment. They're editing code — real code — by hand. No AI. They searched for a variable, changed a value, and saw the result. That's the bridge between "I can only prompt" and "I can also tinker." Some will change a color and get excited. Some will break something — which is also great, because they can Ctrl+Z to undo. Give them 3-5 minutes here. The section comments from the last step make this possible.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3315</Words>
  <Application>Microsoft Macintosh PowerPoint</Application>
  <PresentationFormat>Custom</PresentationFormat>
  <Paragraphs>81</Paragraphs>
  <Slides>42</Slides>
  <Notes>42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42</vt:i4>
      </vt:variant>
    </vt:vector>
  </HeadingPairs>
  <TitlesOfParts>
    <vt:vector size="4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 Coding: Build a Game with AI</dc:title>
  <dc:subject>Day 2: A hands-on workshop where students build a browser game
by having a conversation with AI.
No coding experience required.
</dc:subject>
  <dc:creator>Dr. Curt Rode</dc:creator>
  <cp:lastModifiedBy>Rode, Curt</cp:lastModifiedBy>
  <cp:revision>2</cp:revision>
  <dcterms:created xsi:type="dcterms:W3CDTF">2026-03-11T17:42:17Z</dcterms:created>
  <dcterms:modified xsi:type="dcterms:W3CDTF">2026-03-11T17:51:49Z</dcterms:modified>
</cp:coreProperties>
</file>